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interno VCE, versão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Governança de IA — Várzea Clara Energia (v2)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vigente: um comitê deliberativo permanente.</a:t>
            </a:r>
          </a:p>
          <a:p>
            <a:r>
              <a:t>Esta é a versão 2 do deck, aprovada em setembro de 2025.</a:t>
            </a:r>
          </a:p>
          <a:p>
            <a:r>
              <a:t>A v1 ficou obsoleta e não deve ser apresentada a conselho.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