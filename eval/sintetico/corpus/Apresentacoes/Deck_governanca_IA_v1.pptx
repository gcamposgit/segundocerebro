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interno VCE, versão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Governança de IA — Várzea Clara Energia (v1)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antigo: três comitês consultivos rotativos.</a:t>
            </a:r>
          </a:p>
          <a:p>
            <a:r>
              <a:t>Versão 1 do deck. Superada pela v2.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